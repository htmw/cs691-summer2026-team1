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d7ac5f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d7ac5f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Application Demo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</a:t>
            </a:r>
            <a:r>
              <a:rPr lang="en"/>
              <a:t>demonstrate</a:t>
            </a:r>
            <a:r>
              <a:rPr lang="en"/>
              <a:t> a part?  Parts we worked on?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Intro - Tara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Sign up - James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Initial Info - Charles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 (Backend &amp; Frontend) - Younes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 (AI) - Bella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Settings &amp; Log in - Anndeen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Contact Us - Tara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