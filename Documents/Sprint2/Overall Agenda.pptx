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Lato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d7a5076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d7a5076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d7a5076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6d7a5076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Agenda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61975" y="1864750"/>
            <a:ext cx="7038900" cy="12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What is one story/</a:t>
            </a:r>
            <a:r>
              <a:rPr i="1" lang="en"/>
              <a:t>anecdote</a:t>
            </a:r>
            <a:r>
              <a:rPr i="1" lang="en"/>
              <a:t> from this project you will remember when you think about this project in the future?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Recordings</a:t>
            </a:r>
            <a:br>
              <a:rPr lang="en"/>
            </a:br>
            <a:r>
              <a:rPr lang="en"/>
              <a:t>	-Sprint 2 Presentation</a:t>
            </a:r>
            <a:br>
              <a:rPr lang="en"/>
            </a:br>
            <a:r>
              <a:rPr lang="en"/>
              <a:t>	-Sprint 2 Retrospective</a:t>
            </a:r>
            <a:br>
              <a:rPr lang="en"/>
            </a:br>
            <a:r>
              <a:rPr lang="en"/>
              <a:t>	-Sprint 2 Live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Discussion</a:t>
            </a:r>
            <a:br>
              <a:rPr lang="en"/>
            </a:br>
            <a:r>
              <a:rPr lang="en"/>
              <a:t>	-What time tomorrow will we officially turn in the project?  Meeting before we officially submit?</a:t>
            </a:r>
            <a:br>
              <a:rPr lang="en"/>
            </a:br>
            <a:r>
              <a:rPr lang="en"/>
              <a:t>	-Wiki (part of the above)</a:t>
            </a:r>
            <a:br>
              <a:rPr lang="en"/>
            </a:br>
            <a:r>
              <a:rPr lang="en"/>
              <a:t>	-How will we keep the project up or sunset it?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