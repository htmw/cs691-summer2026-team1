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d5e413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6d5e413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2 Retrospective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of IdeaBoardz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4" cy="3304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