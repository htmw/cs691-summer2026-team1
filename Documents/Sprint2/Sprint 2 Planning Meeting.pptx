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  <p:embeddedFont>
      <p:font typeface="Montserrat ExtraBold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c673ce968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c673ce968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42e72c80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42e72c80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5294236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5529423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390906" y="733806"/>
            <a:ext cx="8367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390906" y="1933956"/>
            <a:ext cx="8367000" cy="2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390906" y="481431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390906" y="7543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8593074" y="4814316"/>
            <a:ext cx="48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2 Planning &amp; Weekly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108750" y="1620125"/>
            <a:ext cx="7038900" cy="23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latin typeface="Montserrat ExtraBold"/>
                <a:ea typeface="Montserrat ExtraBold"/>
                <a:cs typeface="Montserrat ExtraBold"/>
                <a:sym typeface="Montserrat ExtraBold"/>
              </a:rPr>
              <a:t>"At the end of an exhausting day, what’s your go-to lazy meal?”</a:t>
            </a:r>
            <a:endParaRPr i="1"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-What do we need to finish MVP?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297500" y="393750"/>
            <a:ext cx="70389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need to do to finish?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1297500" y="983550"/>
            <a:ext cx="7038900" cy="3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Frontend  - Contact page, email contact, </a:t>
            </a:r>
            <a:r>
              <a:rPr lang="en"/>
              <a:t>Account picture, optimize CSS, polish UI, confirm all necessary UI components exist, Images should be in public sourced folders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Backend - Finalize endpoints for account creation, correct response to/from AI.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AI - Upload transcript feature, accept form fields properly, connect to python anywhere, frontend and solver, and information for courses.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Database - See if DB is interacting with backend properly, confirm interoperability.  Extra dynamo DB table for course info.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DevOps - Evaluating individual codes, make ready for merge.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